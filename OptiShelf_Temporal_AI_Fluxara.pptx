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EDFE-30CE-65FE-9A4C-328CD31DF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81CF2-99BF-E8B7-9A5A-3F3C5C911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19E57-17BD-1DDC-DBAF-7A58A3454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8432-00D6-4F6C-A563-93757E39F6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2FAD6-1510-697E-A9B2-CB56A0A4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C10A1-90C0-EAA0-92EA-0F8B878C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B4A93-FED0-4A8F-8363-124FB5457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62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9225A-1163-3CFC-A8D9-97D52482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1D4A3-1E3F-B562-7475-20FFE98E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949AA-1D6B-F1CE-CF16-E40A0AF79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8432-00D6-4F6C-A563-93757E39F6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E9867-EFE0-BEE2-705B-CE2FD8238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6E621-911D-ED3D-453E-2ECD78B8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B4A93-FED0-4A8F-8363-124FB5457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64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E2F4D-8A42-F8F3-47D9-90EACC6F9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10BE2-2B3C-1A52-4CAF-F96D00BFC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71B85-88DF-8D36-402D-7623D6F56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8432-00D6-4F6C-A563-93757E39F6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35FD9-89F1-15F9-4C66-6AE16D65B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A718-2B58-680D-4F18-4A5C12FD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B4A93-FED0-4A8F-8363-124FB5457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08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202B-C92A-BC49-73E1-3F4AE41A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72FD0-F9E6-DEF1-87AA-5B592B26E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D81F9-F928-DC26-B54D-2271BA101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DA5AB-F100-CD4C-7D98-EEDE0D6A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8432-00D6-4F6C-A563-93757E39F6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E162E-4FA5-16E3-D8D7-C73D825B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3F799-2F02-9C2E-7D4A-DD1B90E0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B4A93-FED0-4A8F-8363-124FB5457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4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3244-258E-2E78-DC9C-2A85E6DC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33CAD-D00D-92DD-728D-F2DFBE666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7B3C6-B01A-5A1A-A803-84BDA8221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D33FF1-72D0-766B-54B4-2ABF8DB07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7A5C7-CCAD-3BF8-0173-C109072B7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C84C1B-EF25-B7BE-9AA1-7CAC9AB6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8432-00D6-4F6C-A563-93757E39F6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997DB-6241-A23E-89F7-8447240E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5888C6-E372-73B7-7A0D-DFF9CFEA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B4A93-FED0-4A8F-8363-124FB5457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821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96EE-0802-C22D-6163-3CC40AECA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028B5-C707-2338-A258-737A584F2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8432-00D6-4F6C-A563-93757E39F6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1F20B-BB6D-4FDD-7046-DA564052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41A44-D473-4389-DC54-AC440707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B4A93-FED0-4A8F-8363-124FB5457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91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E20F26-6EDD-8ACF-FF8C-72D8D36B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8432-00D6-4F6C-A563-93757E39F6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3451A-AA3A-ECDE-2E73-41717A0D0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FFC84-6569-2889-6F53-FABB0C8E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B4A93-FED0-4A8F-8363-124FB5457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9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B80EB-04E5-5B6F-6EC5-01B2C823A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EFE85-04F2-E873-9169-D85BE2235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B6A94-C7A0-41AD-9563-DC97ADCB3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14AD0-48B6-1957-5757-2520E32A1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8432-00D6-4F6C-A563-93757E39F6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94DF8-8137-EBEF-7E59-AD3E45CD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F51C7-EAE5-DF3C-14D9-3EE2B566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B4A93-FED0-4A8F-8363-124FB5457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8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E67D-6F71-F9CB-94E2-AD4F478E9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2A48EF-F9F0-829B-12F3-E8C7A4C4D13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88824-B850-9B99-A2D4-B258C0F6C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A2408-ECBF-A4EB-3A36-E90C6D2A0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8432-00D6-4F6C-A563-93757E39F6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EB66E-EE98-EFB5-F209-7570117E2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8FE6B-BA21-FB31-808C-36C4A8E3B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B4A93-FED0-4A8F-8363-124FB5457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41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E6115-7586-86F4-280E-EF4680149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F3CB7-9FE8-84D6-5E3D-980F8FD27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72E23-3E84-C2B9-7857-7FBA29850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8432-00D6-4F6C-A563-93757E39F6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D6FCD-59C4-01DD-8FD8-5E431A45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25534-2BC5-0DFA-ADF9-5F4EE704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B4A93-FED0-4A8F-8363-124FB5457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2717B0-9029-5CDB-3568-C99A87022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E6490-E625-3DCC-D643-3B8F1A94B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3A202-928E-7C24-C875-E577F4D6C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8432-00D6-4F6C-A563-93757E39F6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0D55F-D27B-F48C-E934-9CD23E66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02843-C65B-130C-FB68-E3EA13729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B4A93-FED0-4A8F-8363-124FB5457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4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32D047-5289-394F-B6FA-7123C15D4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01078-3210-9F8B-4699-91CEF0830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08770-F0CC-35D1-3A8A-E401F4116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38432-00D6-4F6C-A563-93757E39F66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4919C-C936-3FE1-3B8C-3CA113EEB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242A9-7A63-8B2B-7F1C-6339E37EF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7B4A93-FED0-4A8F-8363-124FB5457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05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C9AED9-FE0C-350C-0798-59CD55175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10FFE2-678E-5405-81CF-2E4F8B8F6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8" t="5071" r="9689" b="13200"/>
          <a:stretch>
            <a:fillRect/>
          </a:stretch>
        </p:blipFill>
        <p:spPr>
          <a:xfrm>
            <a:off x="4160521" y="5568696"/>
            <a:ext cx="832142" cy="832104"/>
          </a:xfrm>
          <a:prstGeom prst="ellipse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3C25BB-04A2-FC92-BDDF-337B198742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8" b="30183"/>
          <a:stretch>
            <a:fillRect/>
          </a:stretch>
        </p:blipFill>
        <p:spPr>
          <a:xfrm>
            <a:off x="7895227" y="5568696"/>
            <a:ext cx="832142" cy="83210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23035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2461-0889-4AF2-5B4F-097D9F6E4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6D367-2CF8-9BF6-DFF7-7C322A484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9144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0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34771-FB69-3D68-A454-FB28B475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A6DC28-BA0B-9D22-7200-FF633C7A7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9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CA05-C804-95BA-BAB8-325E2AC87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1FEA21-04D4-02CD-23D7-178AB7774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24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79F1B-4C6F-C677-53B1-D8B7FAFCD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7AE8E1-6F7C-7FC9-6C17-462C474D6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1C85A5-AFF7-D6FE-0DF7-4D8DD9319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8" b="30183"/>
          <a:stretch>
            <a:fillRect/>
          </a:stretch>
        </p:blipFill>
        <p:spPr>
          <a:xfrm>
            <a:off x="8215449" y="5815584"/>
            <a:ext cx="694800" cy="672016"/>
          </a:xfrm>
          <a:prstGeom prst="ellipse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D67318-AE94-5ED6-5C1C-287AB4F29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8" t="5071" r="9689" b="13200"/>
          <a:stretch>
            <a:fillRect/>
          </a:stretch>
        </p:blipFill>
        <p:spPr>
          <a:xfrm>
            <a:off x="6428233" y="5815584"/>
            <a:ext cx="694718" cy="69468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8969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KHANDELWAL</dc:creator>
  <cp:lastModifiedBy>DAKSH KHANDELWAL</cp:lastModifiedBy>
  <cp:revision>1</cp:revision>
  <dcterms:created xsi:type="dcterms:W3CDTF">2026-10-10T11:26:59Z</dcterms:created>
  <dcterms:modified xsi:type="dcterms:W3CDTF">2026-10-10T11:34:30Z</dcterms:modified>
</cp:coreProperties>
</file>